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411480" cy="49971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73152"/>
            <a:ext cx="2926080" cy="4997196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731520"/>
            <a:ext cx="3657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731520"/>
            <a:ext cx="3657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731520"/>
            <a:ext cx="3657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560320"/>
            <a:ext cx="3657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2560320"/>
            <a:ext cx="3657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2560320"/>
            <a:ext cx="3657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0972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0972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0972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82880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2880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560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2560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256032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29184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329184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02336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402336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206240"/>
            <a:ext cx="68580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206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4206240"/>
            <a:ext cx="68580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4206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092440" y="4206240"/>
            <a:ext cx="68580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4206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Swagger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46520" y="4526280"/>
            <a:ext cx="68580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5262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69480" y="4526280"/>
            <a:ext cx="685800" cy="228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45262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11887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DESMITIFICANDO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54864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548640" y="26517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y Documentación de APIs RESTful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.NET y Swagger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356616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Tobías Francisco Zamora Santos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Programación y Computación 2  |  7 Abril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Hoy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105156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API RESTful?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44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 + verbos HTTP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4114800" cy="105156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1440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005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&amp; OpenAPI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444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+ documentación automática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4114800" cy="105156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9456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286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724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Repos · Services · Controllers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4114800" cy="105156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19456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2286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724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vs Scoped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4114800" cy="105156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7472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3566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 JWT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005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tokens + rutas protegidas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4114800" cy="105156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566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005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completa de la API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API RESTful?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389120" cy="123444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Application Programming 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puente que permite a distintos sistemas comunicarse entre sí usando HTTP de manera organizada.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77724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240487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→ Obtener datos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7772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443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Crear recursos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77724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112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353872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→ Actualizar datos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78224"/>
            <a:ext cx="777240" cy="3474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7822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410565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→ Eliminar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914400"/>
            <a:ext cx="3566160" cy="374904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1463040"/>
            <a:ext cx="68580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463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807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17922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productos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423160"/>
            <a:ext cx="6858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423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807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/carrito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7523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al carrito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0" y="3383280"/>
            <a:ext cx="68580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383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807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/orden/12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37124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orden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3931920"/>
            <a:ext cx="32004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Stateless: cada petición es independiente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&amp; OpenAPI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315468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(Las Reglas)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2057400"/>
            <a:ext cx="109728" cy="10972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universal para describir APIs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651760"/>
            <a:ext cx="109728" cy="10972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rutas, verbos, modelos y respuestas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3246120"/>
            <a:ext cx="109728" cy="10972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200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'Contrato' entre Frontend y Backend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" y="3840480"/>
            <a:ext cx="109728" cy="10972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swagger.json generado automáticamente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41148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4114800" cy="3154680"/>
          </a:xfrm>
          <a:prstGeom prst="rect">
            <a:avLst/>
          </a:prstGeom>
          <a:solidFill>
            <a:srgbClr val="1B2B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Visual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10912" y="20574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tu código C# usando Reflexión .NET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10912" y="265176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documentación interactiva automática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10912" y="32461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200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probar endpoints en el navegador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10912" y="384048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documentos de Word interminables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5262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.NET hacemos 'Code-First': decoramos con [ApiController], [HttpGet] y Swagger genera el contrato automáticamente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 — cada capa hace UNA sola cosa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49808"/>
          </a:xfrm>
          <a:prstGeom prst="rect">
            <a:avLst/>
          </a:prstGeom>
          <a:solidFill>
            <a:srgbClr val="1B2B3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10972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08760"/>
            <a:ext cx="7772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08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(Recepcionistas)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2743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389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hablan HTTP. Reciben JSON, llaman al Servicio, devuelven códigos de estado.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749808"/>
          </a:xfrm>
          <a:prstGeom prst="rect">
            <a:avLst/>
          </a:prstGeom>
          <a:solidFill>
            <a:srgbClr val="1B2B3A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10972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423160"/>
            <a:ext cx="77724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54480" y="2240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Cerebro)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2286000"/>
            <a:ext cx="27432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lógica de negocio. Validaciones, reglas, verificaciones.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8229600" cy="749808"/>
          </a:xfrm>
          <a:prstGeom prst="rect">
            <a:avLst/>
          </a:prstGeom>
          <a:solidFill>
            <a:srgbClr val="1B2B3A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08960"/>
            <a:ext cx="109728" cy="7498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337560"/>
            <a:ext cx="777240" cy="274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37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54480" y="3154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Bóveda)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3200400"/>
            <a:ext cx="27432" cy="548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218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punto de acceso a datos. Lee y escribe en la 'base de datos'.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8229600" cy="749808"/>
          </a:xfrm>
          <a:prstGeom prst="rect">
            <a:avLst/>
          </a:prstGeom>
          <a:solidFill>
            <a:srgbClr val="1B2B3A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023360"/>
            <a:ext cx="109728" cy="7498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4251960"/>
            <a:ext cx="77724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54480" y="4069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5448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(Los Moldes)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4114800"/>
            <a:ext cx="27432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133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POCOs: clases simples con propiedades. Definen la estructura de datos.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 y Ciclos de Vida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lugar de new RepositorioTienda()  ➡  .NET te lo provee automáticamente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El cirujano extiende la mano y pide el bisturí — no lo fabrica él mismo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114800" cy="3063240"/>
          </a:xfrm>
          <a:prstGeom prst="rect">
            <a:avLst/>
          </a:prstGeom>
          <a:solidFill>
            <a:srgbClr val="1B2B3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SINGLETON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instancia para toda la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Repositorios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(listas en RAM) deben persistir entre peticiones. Sin Singleton, cada clic reiniciaría la lista.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931920" cy="822960"/>
          </a:xfrm>
          <a:prstGeom prst="rect">
            <a:avLst/>
          </a:prstGeom>
          <a:solidFill>
            <a:srgbClr val="131F2E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builder.Services.AddSingleton&lt;RepositorioTienda&gt;();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4114800" cy="3063240"/>
          </a:xfrm>
          <a:prstGeom prst="rect">
            <a:avLst/>
          </a:prstGeom>
          <a:solidFill>
            <a:srgbClr val="1B2B3A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828800"/>
            <a:ext cx="41148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nueva por cada petición HTTP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Servicios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063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50 usuarios hacen POST al mismo tiempo, cada uno tiene su propio Service aislado.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3840480"/>
            <a:ext cx="3931920" cy="822960"/>
          </a:xfrm>
          <a:prstGeom prst="rect">
            <a:avLst/>
          </a:prstGeom>
          <a:solidFill>
            <a:srgbClr val="131F2E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886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builder.Services.AddScoped&lt;UsuarioService&gt;();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 JWT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 — La llave electrónica que le damos al usuario tras iniciar sesión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06040" cy="4114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606040" cy="1005840"/>
          </a:xfrm>
          <a:prstGeom prst="rect">
            <a:avLst/>
          </a:prstGeom>
          <a:solidFill>
            <a:srgbClr val="1B2B3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+ tipo de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HS256, JWT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60604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194560"/>
            <a:ext cx="2606040" cy="1005840"/>
          </a:xfrm>
          <a:prstGeom prst="rect">
            <a:avLst/>
          </a:prstGeom>
          <a:solidFill>
            <a:srgbClr val="1B2B3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2402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correo, nombre, 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Visible para todos (Base64)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0604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194560"/>
            <a:ext cx="2606040" cy="1005840"/>
          </a:xfrm>
          <a:prstGeom prst="rect">
            <a:avLst/>
          </a:prstGeom>
          <a:solidFill>
            <a:srgbClr val="1B2B3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2402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con clave secreta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integridad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023360" cy="1508760"/>
          </a:xfrm>
          <a:prstGeom prst="rect">
            <a:avLst/>
          </a:prstGeom>
          <a:solidFill>
            <a:srgbClr val="1B2B3A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56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El Mito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794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JWT viaja encriptado y la clave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desencriptarlo"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407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por defecto NO encripta, solo codifica en Base64.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4023360" cy="1508760"/>
          </a:xfrm>
          <a:prstGeom prst="rect">
            <a:avLst/>
          </a:prstGeom>
          <a:solidFill>
            <a:srgbClr val="1B2B3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56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Realidad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794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secreta FIRMA el token.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una firma en un cheque bancario.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407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hacker modifica el payload, la firma se rompe.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Autenticación JWT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977640"/>
          </a:xfrm>
          <a:prstGeom prst="rect">
            <a:avLst/>
          </a:prstGeom>
          <a:solidFill>
            <a:srgbClr val="1B2B3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393192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326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1: El Login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envía correo + password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39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Servidor verifica las credenciales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60904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694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son correctas, CREA el token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99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Firma el token con la Clave Secreta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21608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30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Entrega el token al usuario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251960"/>
            <a:ext cx="36576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Como el hotel: verificas identidad y te dan la tarjeta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53128" y="2834640"/>
            <a:ext cx="228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14400"/>
            <a:ext cx="3931920" cy="3977640"/>
          </a:xfrm>
          <a:prstGeom prst="rect">
            <a:avLst/>
          </a:prstGeom>
          <a:solidFill>
            <a:srgbClr val="1B2B3A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914400"/>
            <a:ext cx="3931920" cy="4389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9326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2: Rutas Protegidas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600200"/>
            <a:ext cx="137160" cy="1371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envía token en cabecera Bearer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130552"/>
            <a:ext cx="137160" cy="1371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039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.NET intercepta la petición [Authorize]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660904"/>
            <a:ext cx="137160" cy="1371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5694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Verifica la firma con la Clave Secreta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191256"/>
            <a:ext cx="137160" cy="1371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099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 es válida y no expiró → acceso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721608"/>
            <a:ext cx="137160" cy="1371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630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 falla → HTTP 401 Unauthorized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4251960"/>
            <a:ext cx="36576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Pasas la tarjeta por la cerradura — no importa quién eres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Estado HTTP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debe responder 200 OK — este es el salto de calidad de principiante a profesional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 —  Todo salió bien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2926080"/>
          </a:xfrm>
          <a:prstGeom prst="rect">
            <a:avLst/>
          </a:prstGeom>
          <a:solidFill>
            <a:srgbClr val="1B2B3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20240"/>
            <a:ext cx="137160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exitoso — devuelve datos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137160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136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exitoso — recurso creado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137160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4005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exitoso — sin datos que devolver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 —  El cliente se equivocó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1783080"/>
            <a:ext cx="2743200" cy="2926080"/>
          </a:xfrm>
          <a:prstGeom prst="rect">
            <a:avLst/>
          </a:prstGeom>
          <a:solidFill>
            <a:srgbClr val="1B2B3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920240"/>
            <a:ext cx="1371600" cy="274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fallida (correo sin @)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2788920"/>
            <a:ext cx="1371600" cy="274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Unauthorized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3136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 o token inválido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657600"/>
            <a:ext cx="1371600" cy="274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4720" y="4005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recurso no existe en BD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280160"/>
            <a:ext cx="274320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 —  El servidor falló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783080"/>
            <a:ext cx="2743200" cy="2926080"/>
          </a:xfrm>
          <a:prstGeom prst="rect">
            <a:avLst/>
          </a:prstGeom>
          <a:solidFill>
            <a:srgbClr val="1B2B3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1920240"/>
            <a:ext cx="137160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Internal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5080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 no controlada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3136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caída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4005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crítico en el código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31F2E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681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  →  return Ok() | BadRequest() | NotFound() | Unauthorized() | StatusCode(500, ...)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822960"/>
            <a:ext cx="5486400" cy="1828800"/>
          </a:xfrm>
          <a:prstGeom prst="rect">
            <a:avLst/>
          </a:prstGeom>
          <a:solidFill>
            <a:srgbClr val="1B2B3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254000" dist="50800" dir="8100000">
              <a:srgbClr val="00B4D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960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Construyamos la API juntos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944368"/>
            <a:ext cx="25603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proyecto ASP.NET Core Web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493008"/>
            <a:ext cx="25603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Swashbuckle (Swagger)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041648"/>
            <a:ext cx="25603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Models: Producto, Usuario, LoginRequest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44368"/>
            <a:ext cx="25603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Repository, Services y Controllers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493008"/>
            <a:ext cx="25603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endpoints en Swagger 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4041648"/>
            <a:ext cx="25603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3977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JWT y probar en Postman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Tobías Francisco Zamora Santos  |  IPC2  |  7 Abril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Desmitificando el Backend</dc:title>
  <dc:subject>PptxGenJS Presentation</dc:subject>
  <dc:creator>Tobías Francisco Zamora Santos</dc:creator>
  <cp:lastModifiedBy>Tobías Francisco Zamora Santos</cp:lastModifiedBy>
  <cp:revision>1</cp:revision>
  <dcterms:created xsi:type="dcterms:W3CDTF">2026-04-05T01:34:06Z</dcterms:created>
  <dcterms:modified xsi:type="dcterms:W3CDTF">2026-04-05T01:34:06Z</dcterms:modified>
</cp:coreProperties>
</file>